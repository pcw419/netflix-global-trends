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a3efc2a8ef_0_1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a3efc2a8e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a3efc2a8e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a3efc2a8e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a3efc2a8e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a3efc2a8e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a3efc2a8e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a3efc2a8e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a3efc2a8e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a3efc2a8e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a3efc2a8e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a3efc2a8e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a3efc2a8e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a3efc2a8e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a3efc2a8e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a3efc2a8e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The Internationally Changing Trend of Netflix</a:t>
            </a:r>
            <a:endParaRPr sz="28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181800" y="188721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Chaewon Park, Jimin Jeon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CDS 301-K01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Contents</a:t>
            </a:r>
            <a:endParaRPr/>
          </a:p>
        </p:txBody>
      </p:sp>
      <p:sp>
        <p:nvSpPr>
          <p:cNvPr id="71" name="Google Shape;71;p14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ko" sz="2400"/>
              <a:t>Visualizations</a:t>
            </a:r>
            <a:endParaRPr sz="2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ko" sz="2400"/>
              <a:t>Remaining Challenges</a:t>
            </a:r>
            <a:endParaRPr sz="2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ko" sz="2400"/>
              <a:t>Further Suggestions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Visualization 1 - Expected OTT Market Size 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75" y="1431950"/>
            <a:ext cx="4613850" cy="37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900" y="1943625"/>
            <a:ext cx="4139774" cy="2001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 Reasons for Growth of OTT Market Size</a:t>
            </a:r>
            <a:endParaRPr/>
          </a:p>
        </p:txBody>
      </p:sp>
      <p:sp>
        <p:nvSpPr>
          <p:cNvPr id="84" name="Google Shape;84;p16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ctr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ko" sz="2200"/>
              <a:t>Various kinds of contents with proper price</a:t>
            </a:r>
            <a:endParaRPr sz="2200"/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ctr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ko" sz="2200"/>
              <a:t>Can enjoy regardless of place and time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Visualization 2 - Net Income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0" y="1491488"/>
            <a:ext cx="4527601" cy="313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4">
            <a:alphaModFix/>
          </a:blip>
          <a:srcRect b="0" l="0" r="0" t="1536"/>
          <a:stretch/>
        </p:blipFill>
        <p:spPr>
          <a:xfrm>
            <a:off x="4856350" y="1966425"/>
            <a:ext cx="4058876" cy="20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3771325" y="2984825"/>
            <a:ext cx="341100" cy="871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Visualization 3 - Types of Content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200" y="1552825"/>
            <a:ext cx="3946650" cy="33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776" y="1848977"/>
            <a:ext cx="3750350" cy="25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Visualization 4 - Running Time Trend 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00" y="1495450"/>
            <a:ext cx="3302925" cy="244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7200" y="1324125"/>
            <a:ext cx="2855196" cy="361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3706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ko" sz="2420"/>
              <a:t>Visualization 5 - Top 10 Most Viewed Movies/TV Shows</a:t>
            </a:r>
            <a:endParaRPr sz="2420"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7025"/>
            <a:ext cx="4527601" cy="313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476" y="1499225"/>
            <a:ext cx="4159200" cy="288432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1028700" y="4509825"/>
            <a:ext cx="264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Roboto"/>
                <a:ea typeface="Roboto"/>
                <a:cs typeface="Roboto"/>
                <a:sym typeface="Roboto"/>
              </a:rPr>
              <a:t>Top 10 most viewed movies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661975" y="4509825"/>
            <a:ext cx="28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Roboto"/>
                <a:ea typeface="Roboto"/>
                <a:cs typeface="Roboto"/>
                <a:sym typeface="Roboto"/>
              </a:rPr>
              <a:t>Top 10 most viewed TV shows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322175" y="2994300"/>
            <a:ext cx="350700" cy="18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4491475" y="2846575"/>
            <a:ext cx="530700" cy="18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4572000" y="3894500"/>
            <a:ext cx="492900" cy="18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4491475" y="3183900"/>
            <a:ext cx="492900" cy="18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Visualization 6 - Content Spend</a:t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75" y="1392250"/>
            <a:ext cx="4527599" cy="364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4">
            <a:alphaModFix/>
          </a:blip>
          <a:srcRect b="0" l="1048" r="0" t="0"/>
          <a:stretch/>
        </p:blipFill>
        <p:spPr>
          <a:xfrm>
            <a:off x="4884550" y="2063875"/>
            <a:ext cx="4064026" cy="205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Visualization 7 - </a:t>
            </a:r>
            <a:r>
              <a:rPr lang="ko" sz="2688"/>
              <a:t>Number of Released Original Content</a:t>
            </a:r>
            <a:endParaRPr sz="2688"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75" y="1573275"/>
            <a:ext cx="4527601" cy="313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 rotWithShape="1">
          <a:blip r:embed="rId4">
            <a:alphaModFix/>
          </a:blip>
          <a:srcRect b="0" l="0" r="0" t="1506"/>
          <a:stretch/>
        </p:blipFill>
        <p:spPr>
          <a:xfrm>
            <a:off x="4747825" y="1966300"/>
            <a:ext cx="4084501" cy="21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3329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Visualization 8 - </a:t>
            </a:r>
            <a:r>
              <a:rPr lang="ko"/>
              <a:t>Production Country of Content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50" y="1505700"/>
            <a:ext cx="3403169" cy="34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3" y="1385825"/>
            <a:ext cx="3403175" cy="3664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Visualization 9 - Number of Subscribers by Country</a:t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00" y="1390500"/>
            <a:ext cx="4522161" cy="363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 rotWithShape="1">
          <a:blip r:embed="rId4">
            <a:alphaModFix/>
          </a:blip>
          <a:srcRect b="0" l="833" r="0" t="1574"/>
          <a:stretch/>
        </p:blipFill>
        <p:spPr>
          <a:xfrm>
            <a:off x="4789850" y="1944400"/>
            <a:ext cx="4042476" cy="21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Remaining Challenges</a:t>
            </a:r>
            <a:endParaRPr sz="2500"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In second quarter of 2022, Netflix lost 970,000 subscribers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Losing $6 billion due to sharing passwords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Low Quality of Contents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Too many streaming services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/>
              <a:t>: Disney+, Apple TV+, etc.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/>
              <a:t>Further Suggestions</a:t>
            </a:r>
            <a:endParaRPr sz="2700"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More focus on quality than popularity of cast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Have an interest in the minor genre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Maintain a fixed subscriber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